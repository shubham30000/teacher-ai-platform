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real-life examples of inertia before revealing the bus example. Emphasize that inertia is a property of mass, not a force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incline live; use this slide only as a spatial placeholder for where the diagram will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one numeric example: a 5 kg trolley pushed with 20 N of force has acceleration a = F/m = 4 m/s^2.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all three laws briefly and preview next lesson: applying these laws to circular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Newton's Laws of Motion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9 — Physics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5E"/>
                </a:solidFill>
              </a:rPr>
              <a:t>Newton's First Law: Inertia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object at rest stays at rest, and an object in motion stays in motion at constant velocity, unless acted upon by an unbalanced external force.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tendency of an object to resist a change in its state of motion is called inertia.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passengers lurch forward when a moving bus stops suddenly, because their bodies continue moving due to inertia.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5E"/>
                </a:solidFill>
              </a:rPr>
              <a:t>Free-Body Diagram: Block on an Inclined Plane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0" y="1828800"/>
            <a:ext cx="39319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DIAGRAM PLACEHOLDER ]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to label: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(mg), Normal (N), Friction (f)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sketch the incline and force vectors live on the board using this placeholder as a layout guide.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5E"/>
                </a:solidFill>
              </a:rPr>
              <a:t>Newton's Second Law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108960" y="1554480"/>
            <a:ext cx="5943600" cy="1463040"/>
          </a:xfrm>
          <a:prstGeom prst="roundRect">
            <a:avLst>
              <a:gd name="adj" fmla="val 7500"/>
            </a:avLst>
          </a:prstGeom>
          <a:solidFill>
            <a:srgbClr val="F5F8FA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0" y="15544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m x 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net force acting on the object, measured in newtons (N)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mass of the object, measured in kilograms (kg)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acceleration produced, measured in metres per second squared (m/s^2)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Law: objects resist changes to their motion (inertia).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Law: force equals mass times acceleration (F = m x a).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Law: for every action, there is an equal and opposite reaction.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2026-08-02T20:33:19Z</dcterms:created>
  <dcterms:modified xsi:type="dcterms:W3CDTF">2026-08-02T20:33:19Z</dcterms:modified>
</cp:coreProperties>
</file>